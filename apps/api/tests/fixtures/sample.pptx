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49251D-19AE-401C-9C9C-CBE35941EA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189B5E-94F2-40FB-B1B5-4032EDC8FF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defRPr>
            </a:lvl1pPr>
          </a:lstStyle>
          <a:p>
            <a:pPr indent="0" algn="r">
              <a:buNone/>
            </a:pPr>
            <a:fld id="{F437451C-5D2A-45FC-94E0-6CC2DAF14F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3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MediaForge presentation fixture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360000" y="360000"/>
            <a:ext cx="720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rPr>
              <a:t>Second slide, to prove multi-page export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